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74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B7923E8-230A-8132-F694-902836C633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745B2F1-8305-782E-D14A-061D0201DD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DDCA864-5C8D-2E20-6BD2-593CED28DA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6E7DD-641E-4542-807B-6D8FBA7ECB26}" type="datetimeFigureOut">
              <a:rPr lang="ru-RU" smtClean="0"/>
              <a:t>13.10.2025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6AD6C5A-D03E-1C3B-BD3F-C451657D87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5F3C8E1-7DDA-8624-05B5-991BBF2D8E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FA74D5-C2CB-46C5-960F-E11F36B624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804293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50B48C5-8E51-C6C6-4068-130E884DA3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983B659-A9A2-A0BA-3936-239249B2F5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E0A06B3-49FE-7D1A-AC2A-F84CD9B46C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6E7DD-641E-4542-807B-6D8FBA7ECB26}" type="datetimeFigureOut">
              <a:rPr lang="ru-RU" smtClean="0"/>
              <a:t>13.10.2025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E3D0B8D-B942-C644-6B44-3DD1FAD1EB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A9842A9-3A97-849A-B497-3F69F83A3B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FA74D5-C2CB-46C5-960F-E11F36B624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632709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03C7C30-6925-1418-290E-8CC3EA52BB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B6450CA-92C1-6426-C9CD-EBF00EEB16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4BA2CF7-5135-D05D-0423-860D047617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6E7DD-641E-4542-807B-6D8FBA7ECB26}" type="datetimeFigureOut">
              <a:rPr lang="ru-RU" smtClean="0"/>
              <a:t>13.10.2025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D681676-C63E-0023-6C68-45528AE846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A4450E1-6091-8B45-4E13-2357C5014A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FA74D5-C2CB-46C5-960F-E11F36B624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081067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CE23E10-40D4-CB1D-D47F-226E548B6F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3CB7A6D-FA14-FFFB-872F-19399D8F227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E0A8D28-96AD-56C6-7946-D39AB229B9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0B9672F-7BDC-CB32-15E0-FFDC0D7512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6E7DD-641E-4542-807B-6D8FBA7ECB26}" type="datetimeFigureOut">
              <a:rPr lang="ru-RU" smtClean="0"/>
              <a:t>13.10.2025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1264E12-A0D4-8D36-1596-B2D07B9D3D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04E0237-4201-127D-404C-654EFCD579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FA74D5-C2CB-46C5-960F-E11F36B624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284845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A918076-6C95-1845-00C4-FA672D2E7E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08A8903-587A-8517-15E0-06BC6000C0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B9F4B38-B86B-0A59-CA26-09CDED707A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EE85AC6D-1CD2-AD61-5F31-242F9F141B1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47701A36-06A9-E32D-2980-CB532ECBB0F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0B585110-C307-70CE-DABF-AC29F8C3F0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6E7DD-641E-4542-807B-6D8FBA7ECB26}" type="datetimeFigureOut">
              <a:rPr lang="ru-RU" smtClean="0"/>
              <a:t>13.10.2025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22BE6E64-908B-01F2-C825-C9B47D9178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A47A1145-8880-73BB-FC8A-1A65C45E2F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FA74D5-C2CB-46C5-960F-E11F36B624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555945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A393B99-AAE9-E835-8F87-622E9F2A81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E81C09C6-BFA6-F6BB-1BDB-FDE0729461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6E7DD-641E-4542-807B-6D8FBA7ECB26}" type="datetimeFigureOut">
              <a:rPr lang="ru-RU" smtClean="0"/>
              <a:t>13.10.2025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8E9F64AB-056D-C904-E1A3-9CC66B2B8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6D37EF22-121B-6251-2972-7E489FDCAE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FA74D5-C2CB-46C5-960F-E11F36B624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283773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55ED9AE7-C89E-B938-9CB5-2255FBB63C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6E7DD-641E-4542-807B-6D8FBA7ECB26}" type="datetimeFigureOut">
              <a:rPr lang="ru-RU" smtClean="0"/>
              <a:t>13.10.2025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AB2E582B-851A-19B4-71DE-E709C69C37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3396796-A9E6-A7B9-4C10-01058D59C9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FA74D5-C2CB-46C5-960F-E11F36B624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657508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667C339-E00F-ED6E-FBC4-2381F31175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8B9E79B-C420-56ED-C1A4-90111005C4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9C3AF07-114A-F588-DC44-082F4B83CE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8043BF7-1D94-A71D-BE61-C4990A8951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6E7DD-641E-4542-807B-6D8FBA7ECB26}" type="datetimeFigureOut">
              <a:rPr lang="ru-RU" smtClean="0"/>
              <a:t>13.10.2025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22010FE-F5E7-8767-9F31-2D0B39DB4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C0C038B-9FB1-B072-6560-8982A91F00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FA74D5-C2CB-46C5-960F-E11F36B624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387977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D4B2833-071E-EBC6-F8CA-F4DBB838EE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81813EC7-7504-A278-90B5-21312D08032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4B3CA6E-5319-DC4D-1D16-18CCEDFF29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F030577-0CF9-B5A4-30E6-9DD442C5E3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6E7DD-641E-4542-807B-6D8FBA7ECB26}" type="datetimeFigureOut">
              <a:rPr lang="ru-RU" smtClean="0"/>
              <a:t>13.10.2025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22B8513-D918-1074-B075-07B40E3571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F670AE5-557E-A329-4B7E-3E030B9C4D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FA74D5-C2CB-46C5-960F-E11F36B624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898357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0257B23-A686-47BD-E538-6DE037DFCF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A0B6C9B-8D98-0723-D581-418178A120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38C19B5-FCF1-E96C-543C-D1572824A1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6E7DD-641E-4542-807B-6D8FBA7ECB26}" type="datetimeFigureOut">
              <a:rPr lang="ru-RU" smtClean="0"/>
              <a:t>13.10.2025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D8EA438-9BD0-1049-2D2D-D06130D4B7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EBD605C-AB20-1BE7-C852-BA7EBFC930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FA74D5-C2CB-46C5-960F-E11F36B624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104595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2DF0F221-01FF-5EFF-6BFB-80AC883EB6C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EA8B0189-9BBE-89B9-0348-FFAA072689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3B1B007-B089-4385-8D9E-430E02055B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6E7DD-641E-4542-807B-6D8FBA7ECB26}" type="datetimeFigureOut">
              <a:rPr lang="ru-RU" smtClean="0"/>
              <a:t>13.10.2025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A2225EB-8066-7D9F-9E05-9DF010412B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5DC6A7D-2234-53B1-C6CC-51A83B61E9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FA74D5-C2CB-46C5-960F-E11F36B624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730902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D6A9F5B-5522-0572-67D9-E253468663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28DE4EB-1119-0D53-2E2B-BA7067AB7D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B289BE4-5953-3B5A-8770-FD87145395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06E7DD-641E-4542-807B-6D8FBA7ECB26}" type="datetimeFigureOut">
              <a:rPr lang="ru-RU" smtClean="0"/>
              <a:t>13.10.2025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FA98763-52A1-ECE4-010A-F4B8BF019E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0500349-0419-7D3D-E62F-C8A9B24624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FA74D5-C2CB-46C5-960F-E11F36B624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279956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Овал 3">
            <a:extLst>
              <a:ext uri="{FF2B5EF4-FFF2-40B4-BE49-F238E27FC236}">
                <a16:creationId xmlns:a16="http://schemas.microsoft.com/office/drawing/2014/main" id="{98E4AB23-3898-47FA-2831-102B430A35FE}"/>
              </a:ext>
            </a:extLst>
          </p:cNvPr>
          <p:cNvSpPr/>
          <p:nvPr/>
        </p:nvSpPr>
        <p:spPr>
          <a:xfrm>
            <a:off x="4628322" y="87796"/>
            <a:ext cx="1782418" cy="69408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" name="Овал 6">
            <a:extLst>
              <a:ext uri="{FF2B5EF4-FFF2-40B4-BE49-F238E27FC236}">
                <a16:creationId xmlns:a16="http://schemas.microsoft.com/office/drawing/2014/main" id="{5A2C7D73-28E4-1F8C-BF7A-849A70EF09BF}"/>
              </a:ext>
            </a:extLst>
          </p:cNvPr>
          <p:cNvSpPr/>
          <p:nvPr/>
        </p:nvSpPr>
        <p:spPr>
          <a:xfrm>
            <a:off x="4456044" y="1229140"/>
            <a:ext cx="2126974" cy="109993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Овал 7">
            <a:extLst>
              <a:ext uri="{FF2B5EF4-FFF2-40B4-BE49-F238E27FC236}">
                <a16:creationId xmlns:a16="http://schemas.microsoft.com/office/drawing/2014/main" id="{B9F160A0-20AE-B281-D67D-B6E5EC4C1B9B}"/>
              </a:ext>
            </a:extLst>
          </p:cNvPr>
          <p:cNvSpPr/>
          <p:nvPr/>
        </p:nvSpPr>
        <p:spPr>
          <a:xfrm>
            <a:off x="6356073" y="2742192"/>
            <a:ext cx="2478157" cy="177247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" name="Овал 8">
            <a:extLst>
              <a:ext uri="{FF2B5EF4-FFF2-40B4-BE49-F238E27FC236}">
                <a16:creationId xmlns:a16="http://schemas.microsoft.com/office/drawing/2014/main" id="{B094F148-7722-948B-7A0B-FB90D968FF53}"/>
              </a:ext>
            </a:extLst>
          </p:cNvPr>
          <p:cNvSpPr/>
          <p:nvPr/>
        </p:nvSpPr>
        <p:spPr>
          <a:xfrm>
            <a:off x="2250386" y="2733263"/>
            <a:ext cx="2427631" cy="172213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Овал 9">
            <a:extLst>
              <a:ext uri="{FF2B5EF4-FFF2-40B4-BE49-F238E27FC236}">
                <a16:creationId xmlns:a16="http://schemas.microsoft.com/office/drawing/2014/main" id="{783B84BE-C46F-1E29-C784-2110071A194B}"/>
              </a:ext>
            </a:extLst>
          </p:cNvPr>
          <p:cNvSpPr/>
          <p:nvPr/>
        </p:nvSpPr>
        <p:spPr>
          <a:xfrm>
            <a:off x="607113" y="4474553"/>
            <a:ext cx="2126974" cy="109993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1" name="Овал 10">
            <a:extLst>
              <a:ext uri="{FF2B5EF4-FFF2-40B4-BE49-F238E27FC236}">
                <a16:creationId xmlns:a16="http://schemas.microsoft.com/office/drawing/2014/main" id="{22D40738-6010-3C34-D116-1AC7EA6CEAC0}"/>
              </a:ext>
            </a:extLst>
          </p:cNvPr>
          <p:cNvSpPr/>
          <p:nvPr/>
        </p:nvSpPr>
        <p:spPr>
          <a:xfrm>
            <a:off x="2454964" y="5593642"/>
            <a:ext cx="2126974" cy="109993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ru-RU" dirty="0"/>
          </a:p>
        </p:txBody>
      </p:sp>
      <p:sp>
        <p:nvSpPr>
          <p:cNvPr id="12" name="Овал 11">
            <a:extLst>
              <a:ext uri="{FF2B5EF4-FFF2-40B4-BE49-F238E27FC236}">
                <a16:creationId xmlns:a16="http://schemas.microsoft.com/office/drawing/2014/main" id="{7B915854-4182-7E2F-9596-065B13569130}"/>
              </a:ext>
            </a:extLst>
          </p:cNvPr>
          <p:cNvSpPr/>
          <p:nvPr/>
        </p:nvSpPr>
        <p:spPr>
          <a:xfrm>
            <a:off x="5129006" y="5593642"/>
            <a:ext cx="1953662" cy="96496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Овал 12">
            <a:extLst>
              <a:ext uri="{FF2B5EF4-FFF2-40B4-BE49-F238E27FC236}">
                <a16:creationId xmlns:a16="http://schemas.microsoft.com/office/drawing/2014/main" id="{71FF13F5-F4C7-32B4-EBEC-3602CFF5D181}"/>
              </a:ext>
            </a:extLst>
          </p:cNvPr>
          <p:cNvSpPr/>
          <p:nvPr/>
        </p:nvSpPr>
        <p:spPr>
          <a:xfrm>
            <a:off x="7938051" y="5676323"/>
            <a:ext cx="1514060" cy="68421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11E593D-CD2E-0F47-150E-D9DC9FAECE84}"/>
              </a:ext>
            </a:extLst>
          </p:cNvPr>
          <p:cNvSpPr txBox="1"/>
          <p:nvPr/>
        </p:nvSpPr>
        <p:spPr>
          <a:xfrm>
            <a:off x="4764157" y="232778"/>
            <a:ext cx="16962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Пользователь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D7E89A9-3459-AB40-1123-CD41A1BBB5AB}"/>
              </a:ext>
            </a:extLst>
          </p:cNvPr>
          <p:cNvSpPr txBox="1"/>
          <p:nvPr/>
        </p:nvSpPr>
        <p:spPr>
          <a:xfrm>
            <a:off x="4833731" y="1550793"/>
            <a:ext cx="18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Клиент </a:t>
            </a:r>
            <a:r>
              <a:rPr lang="en-US" dirty="0"/>
              <a:t>Spotify</a:t>
            </a:r>
            <a:endParaRPr lang="ru-RU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E5E7B65-B00B-0D36-1C2D-76885D843E5B}"/>
              </a:ext>
            </a:extLst>
          </p:cNvPr>
          <p:cNvSpPr txBox="1"/>
          <p:nvPr/>
        </p:nvSpPr>
        <p:spPr>
          <a:xfrm>
            <a:off x="2669692" y="5958941"/>
            <a:ext cx="15869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Клиент </a:t>
            </a:r>
            <a:r>
              <a:rPr lang="en-US" dirty="0"/>
              <a:t>Spotify</a:t>
            </a:r>
            <a:endParaRPr lang="ru-RU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B288F4F-9673-ED4D-F597-604EC592E4FB}"/>
              </a:ext>
            </a:extLst>
          </p:cNvPr>
          <p:cNvSpPr txBox="1"/>
          <p:nvPr/>
        </p:nvSpPr>
        <p:spPr>
          <a:xfrm>
            <a:off x="8257759" y="5774275"/>
            <a:ext cx="8746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Клиент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C711655-6DF0-2740-B66E-6A8002BC5E1A}"/>
              </a:ext>
            </a:extLst>
          </p:cNvPr>
          <p:cNvSpPr txBox="1"/>
          <p:nvPr/>
        </p:nvSpPr>
        <p:spPr>
          <a:xfrm>
            <a:off x="6745354" y="2973135"/>
            <a:ext cx="20673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База данных </a:t>
            </a:r>
            <a:r>
              <a:rPr lang="en-US" dirty="0"/>
              <a:t>Spotify</a:t>
            </a:r>
          </a:p>
          <a:p>
            <a:r>
              <a:rPr lang="en-US" dirty="0"/>
              <a:t>-</a:t>
            </a:r>
            <a:r>
              <a:rPr lang="ru-RU" dirty="0"/>
              <a:t>Пользователи</a:t>
            </a:r>
          </a:p>
          <a:p>
            <a:r>
              <a:rPr lang="ru-RU" dirty="0"/>
              <a:t>-Треки</a:t>
            </a:r>
            <a:r>
              <a:rPr lang="en-US" dirty="0"/>
              <a:t>,</a:t>
            </a:r>
            <a:r>
              <a:rPr lang="ru-RU" dirty="0"/>
              <a:t> плейлисты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3B70F03-692A-B771-9F2A-2B263FC621AD}"/>
              </a:ext>
            </a:extLst>
          </p:cNvPr>
          <p:cNvSpPr txBox="1"/>
          <p:nvPr/>
        </p:nvSpPr>
        <p:spPr>
          <a:xfrm>
            <a:off x="5286788" y="5718745"/>
            <a:ext cx="17327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Сервер аналитики </a:t>
            </a:r>
            <a:r>
              <a:rPr lang="en-US" dirty="0"/>
              <a:t>ML</a:t>
            </a:r>
            <a:endParaRPr lang="ru-RU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0080D0D-C252-3841-9EAB-B02A6D8DF900}"/>
              </a:ext>
            </a:extLst>
          </p:cNvPr>
          <p:cNvSpPr txBox="1"/>
          <p:nvPr/>
        </p:nvSpPr>
        <p:spPr>
          <a:xfrm>
            <a:off x="2454964" y="3028267"/>
            <a:ext cx="212697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Сервер </a:t>
            </a:r>
            <a:r>
              <a:rPr lang="en-US" dirty="0"/>
              <a:t>Spotify (API)</a:t>
            </a:r>
          </a:p>
          <a:p>
            <a:r>
              <a:rPr lang="en-US" dirty="0"/>
              <a:t>-</a:t>
            </a:r>
            <a:r>
              <a:rPr lang="ru-RU" dirty="0"/>
              <a:t>Авторизация</a:t>
            </a:r>
          </a:p>
          <a:p>
            <a:r>
              <a:rPr lang="ru-RU" dirty="0"/>
              <a:t>-Метаданные треков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C13FBD8-5235-4DD7-A35F-EAF6AD1AA5B4}"/>
              </a:ext>
            </a:extLst>
          </p:cNvPr>
          <p:cNvSpPr txBox="1"/>
          <p:nvPr/>
        </p:nvSpPr>
        <p:spPr>
          <a:xfrm>
            <a:off x="887894" y="4614421"/>
            <a:ext cx="17095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CDN/Streaming </a:t>
            </a:r>
            <a:r>
              <a:rPr lang="ru-RU" dirty="0"/>
              <a:t>Сервер</a:t>
            </a:r>
          </a:p>
        </p:txBody>
      </p:sp>
      <p:cxnSp>
        <p:nvCxnSpPr>
          <p:cNvPr id="23" name="Прямая со стрелкой 22">
            <a:extLst>
              <a:ext uri="{FF2B5EF4-FFF2-40B4-BE49-F238E27FC236}">
                <a16:creationId xmlns:a16="http://schemas.microsoft.com/office/drawing/2014/main" id="{EC27EE5A-0E49-077A-E077-45BC757BCB98}"/>
              </a:ext>
            </a:extLst>
          </p:cNvPr>
          <p:cNvCxnSpPr>
            <a:stCxn id="4" idx="4"/>
            <a:endCxn id="7" idx="0"/>
          </p:cNvCxnSpPr>
          <p:nvPr/>
        </p:nvCxnSpPr>
        <p:spPr>
          <a:xfrm>
            <a:off x="5519531" y="781878"/>
            <a:ext cx="0" cy="4472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Соединитель: уступ 37">
            <a:extLst>
              <a:ext uri="{FF2B5EF4-FFF2-40B4-BE49-F238E27FC236}">
                <a16:creationId xmlns:a16="http://schemas.microsoft.com/office/drawing/2014/main" id="{E561D246-B9F8-14A2-271C-BCBDB1AE2BBF}"/>
              </a:ext>
            </a:extLst>
          </p:cNvPr>
          <p:cNvCxnSpPr>
            <a:stCxn id="7" idx="4"/>
            <a:endCxn id="9" idx="0"/>
          </p:cNvCxnSpPr>
          <p:nvPr/>
        </p:nvCxnSpPr>
        <p:spPr>
          <a:xfrm rot="5400000">
            <a:off x="4289771" y="1503502"/>
            <a:ext cx="404193" cy="2055329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Соединитель: уступ 39">
            <a:extLst>
              <a:ext uri="{FF2B5EF4-FFF2-40B4-BE49-F238E27FC236}">
                <a16:creationId xmlns:a16="http://schemas.microsoft.com/office/drawing/2014/main" id="{6C6F348E-628E-993B-B791-7749403129E6}"/>
              </a:ext>
            </a:extLst>
          </p:cNvPr>
          <p:cNvCxnSpPr>
            <a:stCxn id="7" idx="4"/>
            <a:endCxn id="8" idx="0"/>
          </p:cNvCxnSpPr>
          <p:nvPr/>
        </p:nvCxnSpPr>
        <p:spPr>
          <a:xfrm rot="16200000" flipH="1">
            <a:off x="6350780" y="1497820"/>
            <a:ext cx="413122" cy="207562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Соединитель: уступ 42">
            <a:extLst>
              <a:ext uri="{FF2B5EF4-FFF2-40B4-BE49-F238E27FC236}">
                <a16:creationId xmlns:a16="http://schemas.microsoft.com/office/drawing/2014/main" id="{E7789532-7A06-7980-9B64-0C2A9CF7C8E6}"/>
              </a:ext>
            </a:extLst>
          </p:cNvPr>
          <p:cNvCxnSpPr>
            <a:cxnSpLocks/>
            <a:endCxn id="8" idx="2"/>
          </p:cNvCxnSpPr>
          <p:nvPr/>
        </p:nvCxnSpPr>
        <p:spPr>
          <a:xfrm>
            <a:off x="4665180" y="3628431"/>
            <a:ext cx="1690893" cy="12700"/>
          </a:xfrm>
          <a:prstGeom prst="bentConnector3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Соединитель: изогнутый 46">
            <a:extLst>
              <a:ext uri="{FF2B5EF4-FFF2-40B4-BE49-F238E27FC236}">
                <a16:creationId xmlns:a16="http://schemas.microsoft.com/office/drawing/2014/main" id="{AAFD65CD-A342-BA8E-CBB5-1B7D8CB2AFB9}"/>
              </a:ext>
            </a:extLst>
          </p:cNvPr>
          <p:cNvCxnSpPr>
            <a:stCxn id="9" idx="4"/>
            <a:endCxn id="10" idx="6"/>
          </p:cNvCxnSpPr>
          <p:nvPr/>
        </p:nvCxnSpPr>
        <p:spPr>
          <a:xfrm rot="5400000">
            <a:off x="2814584" y="4374899"/>
            <a:ext cx="569123" cy="730115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Соединитель: изогнутый 48">
            <a:extLst>
              <a:ext uri="{FF2B5EF4-FFF2-40B4-BE49-F238E27FC236}">
                <a16:creationId xmlns:a16="http://schemas.microsoft.com/office/drawing/2014/main" id="{352639ED-6D7D-1C89-C5C9-E57596A76685}"/>
              </a:ext>
            </a:extLst>
          </p:cNvPr>
          <p:cNvCxnSpPr>
            <a:stCxn id="10" idx="4"/>
            <a:endCxn id="11" idx="2"/>
          </p:cNvCxnSpPr>
          <p:nvPr/>
        </p:nvCxnSpPr>
        <p:spPr>
          <a:xfrm rot="16200000" flipH="1">
            <a:off x="1778220" y="5466863"/>
            <a:ext cx="569124" cy="784364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Соединитель: изогнутый 50">
            <a:extLst>
              <a:ext uri="{FF2B5EF4-FFF2-40B4-BE49-F238E27FC236}">
                <a16:creationId xmlns:a16="http://schemas.microsoft.com/office/drawing/2014/main" id="{7A2812A3-6972-72AB-0EA5-ACAB2C5CFC9A}"/>
              </a:ext>
            </a:extLst>
          </p:cNvPr>
          <p:cNvCxnSpPr>
            <a:cxnSpLocks/>
            <a:stCxn id="11" idx="6"/>
            <a:endCxn id="12" idx="2"/>
          </p:cNvCxnSpPr>
          <p:nvPr/>
        </p:nvCxnSpPr>
        <p:spPr>
          <a:xfrm flipV="1">
            <a:off x="4581938" y="6076122"/>
            <a:ext cx="547068" cy="67485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Соединитель: изогнутый 52">
            <a:extLst>
              <a:ext uri="{FF2B5EF4-FFF2-40B4-BE49-F238E27FC236}">
                <a16:creationId xmlns:a16="http://schemas.microsoft.com/office/drawing/2014/main" id="{ACEAE00E-8555-601C-5711-B48AEA4EA540}"/>
              </a:ext>
            </a:extLst>
          </p:cNvPr>
          <p:cNvCxnSpPr>
            <a:cxnSpLocks/>
            <a:stCxn id="12" idx="6"/>
            <a:endCxn id="13" idx="2"/>
          </p:cNvCxnSpPr>
          <p:nvPr/>
        </p:nvCxnSpPr>
        <p:spPr>
          <a:xfrm flipV="1">
            <a:off x="7082668" y="6018431"/>
            <a:ext cx="855383" cy="57691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34B87284-36D6-286F-2D87-EE0805FCAF2B}"/>
              </a:ext>
            </a:extLst>
          </p:cNvPr>
          <p:cNvSpPr txBox="1"/>
          <p:nvPr/>
        </p:nvSpPr>
        <p:spPr>
          <a:xfrm>
            <a:off x="5612295" y="799308"/>
            <a:ext cx="34256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Запрос входа / выбора трека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FC2252F-8580-4120-6581-25C00C7E0C6D}"/>
              </a:ext>
            </a:extLst>
          </p:cNvPr>
          <p:cNvSpPr txBox="1"/>
          <p:nvPr/>
        </p:nvSpPr>
        <p:spPr>
          <a:xfrm>
            <a:off x="628858" y="3987896"/>
            <a:ext cx="19559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Поток аудио (</a:t>
            </a:r>
            <a:r>
              <a:rPr lang="en-US" dirty="0"/>
              <a:t>URI)</a:t>
            </a:r>
            <a:r>
              <a:rPr lang="ru-RU" dirty="0"/>
              <a:t> 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14B7EE01-6873-2DB2-DF6F-80BA71772AD8}"/>
              </a:ext>
            </a:extLst>
          </p:cNvPr>
          <p:cNvSpPr txBox="1"/>
          <p:nvPr/>
        </p:nvSpPr>
        <p:spPr>
          <a:xfrm>
            <a:off x="4075872" y="5079256"/>
            <a:ext cx="20772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Телеметрия</a:t>
            </a:r>
            <a:r>
              <a:rPr lang="en-US" dirty="0"/>
              <a:t>, </a:t>
            </a:r>
            <a:r>
              <a:rPr lang="ru-RU" dirty="0"/>
              <a:t>лайки</a:t>
            </a:r>
            <a:r>
              <a:rPr lang="en-US" dirty="0"/>
              <a:t>,</a:t>
            </a:r>
            <a:r>
              <a:rPr lang="ru-RU" dirty="0"/>
              <a:t> история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ED56375-5A37-96E4-4362-3336687F2CA8}"/>
              </a:ext>
            </a:extLst>
          </p:cNvPr>
          <p:cNvSpPr txBox="1"/>
          <p:nvPr/>
        </p:nvSpPr>
        <p:spPr>
          <a:xfrm>
            <a:off x="145774" y="5774275"/>
            <a:ext cx="16101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Поток аудио (</a:t>
            </a:r>
            <a:r>
              <a:rPr lang="en-US" dirty="0"/>
              <a:t>Ogg/AAC)</a:t>
            </a:r>
            <a:endParaRPr lang="ru-RU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A2F4E0FD-8647-725C-D3F5-5AA680905296}"/>
              </a:ext>
            </a:extLst>
          </p:cNvPr>
          <p:cNvSpPr txBox="1"/>
          <p:nvPr/>
        </p:nvSpPr>
        <p:spPr>
          <a:xfrm>
            <a:off x="6766269" y="5072414"/>
            <a:ext cx="26543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Рекомендации</a:t>
            </a:r>
            <a:r>
              <a:rPr lang="en-US" dirty="0"/>
              <a:t>,</a:t>
            </a:r>
            <a:r>
              <a:rPr lang="ru-RU" dirty="0"/>
              <a:t> новые плейлисты</a:t>
            </a:r>
          </a:p>
        </p:txBody>
      </p:sp>
    </p:spTree>
    <p:extLst>
      <p:ext uri="{BB962C8B-B14F-4D97-AF65-F5344CB8AC3E}">
        <p14:creationId xmlns:p14="http://schemas.microsoft.com/office/powerpoint/2010/main" val="196123838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58</Words>
  <Application>Microsoft Office PowerPoint</Application>
  <PresentationFormat>Широкоэкранный</PresentationFormat>
  <Paragraphs>17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Тема Office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</dc:creator>
  <cp:lastModifiedBy>adm</cp:lastModifiedBy>
  <cp:revision>2</cp:revision>
  <dcterms:created xsi:type="dcterms:W3CDTF">2025-10-12T23:45:42Z</dcterms:created>
  <dcterms:modified xsi:type="dcterms:W3CDTF">2025-10-12T23:55:12Z</dcterms:modified>
</cp:coreProperties>
</file>